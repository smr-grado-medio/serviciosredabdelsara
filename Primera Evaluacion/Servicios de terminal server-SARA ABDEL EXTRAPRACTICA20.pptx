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11/21/2018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11/21/2018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11/21/2018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11/21/2018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11/21/2018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11/21/2018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11/21/2018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11/21/2018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11/21/2018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11/21/2018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11/21/2018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11/21/2018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11/21/2018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11/21/2018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11/21/2018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11/21/2018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11/21/2018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11/21/2018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54955" y="1189973"/>
            <a:ext cx="10181100" cy="744000"/>
          </a:xfrm>
        </p:spPr>
        <p:txBody>
          <a:bodyPr/>
          <a:lstStyle/>
          <a:p>
            <a:r>
              <a:rPr lang="es-ES" dirty="0" smtClean="0"/>
              <a:t>Servicios de terminal server </a:t>
            </a:r>
            <a:endParaRPr lang="es-E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 smtClean="0"/>
              <a:t>Sara </a:t>
            </a:r>
            <a:r>
              <a:rPr lang="es-ES" dirty="0" err="1" smtClean="0"/>
              <a:t>abdel</a:t>
            </a:r>
            <a:r>
              <a:rPr lang="es-ES" dirty="0" smtClean="0"/>
              <a:t> </a:t>
            </a:r>
            <a:r>
              <a:rPr lang="es-ES" dirty="0" err="1" smtClean="0"/>
              <a:t>sabour</a:t>
            </a:r>
            <a:r>
              <a:rPr lang="es-ES" dirty="0" smtClean="0"/>
              <a:t> </a:t>
            </a:r>
            <a:r>
              <a:rPr lang="es-ES" dirty="0" err="1" smtClean="0"/>
              <a:t>garcia</a:t>
            </a:r>
            <a:r>
              <a:rPr lang="es-ES" dirty="0" smtClean="0"/>
              <a:t> 2fpb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41163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21091" y="2112915"/>
            <a:ext cx="7755418" cy="408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7390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16918" y="2103120"/>
            <a:ext cx="7332408" cy="386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847716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24800" y="2123741"/>
            <a:ext cx="7801585" cy="4147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8179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84237" y="2019993"/>
            <a:ext cx="7302846" cy="3873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928483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53244" y="2298634"/>
            <a:ext cx="7404394" cy="3927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92727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604356" y="1870364"/>
            <a:ext cx="835429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9600" dirty="0" smtClean="0"/>
              <a:t>FIN</a:t>
            </a:r>
            <a:endParaRPr lang="es-ES" sz="9600" dirty="0"/>
          </a:p>
        </p:txBody>
      </p:sp>
    </p:spTree>
    <p:extLst>
      <p:ext uri="{BB962C8B-B14F-4D97-AF65-F5344CB8AC3E}">
        <p14:creationId xmlns:p14="http://schemas.microsoft.com/office/powerpoint/2010/main" val="279213311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la de reuniones Ion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5</TotalTime>
  <Words>10</Words>
  <Application>Microsoft Office PowerPoint</Application>
  <PresentationFormat>Panorámica</PresentationFormat>
  <Paragraphs>3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Wingdings 3</vt:lpstr>
      <vt:lpstr>Sala de reuniones Ion</vt:lpstr>
      <vt:lpstr>Servicios de terminal server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Servicios de terminal server </dc:title>
  <dc:creator>MOD_2B</dc:creator>
  <cp:lastModifiedBy>MOD_2B</cp:lastModifiedBy>
  <cp:revision>1</cp:revision>
  <dcterms:created xsi:type="dcterms:W3CDTF">2018-11-21T09:24:28Z</dcterms:created>
  <dcterms:modified xsi:type="dcterms:W3CDTF">2018-11-21T09:29:43Z</dcterms:modified>
</cp:coreProperties>
</file>