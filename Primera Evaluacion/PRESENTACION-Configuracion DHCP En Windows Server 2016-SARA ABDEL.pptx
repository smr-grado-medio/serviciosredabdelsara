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3"/>
  </p:sldMasterIdLst>
  <p:notesMasterIdLst>
    <p:notesMasterId r:id="rId19"/>
  </p:notesMasterIdLst>
  <p:handoutMasterIdLst>
    <p:handoutMasterId r:id="rId20"/>
  </p:handoutMasterIdLst>
  <p:sldIdLst>
    <p:sldId id="282" r:id="rId4"/>
    <p:sldId id="293" r:id="rId5"/>
    <p:sldId id="292" r:id="rId6"/>
    <p:sldId id="296" r:id="rId7"/>
    <p:sldId id="297" r:id="rId8"/>
    <p:sldId id="294" r:id="rId9"/>
    <p:sldId id="295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</p:sldIdLst>
  <p:sldSz cx="9144000" cy="6858000" type="screen4x3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5" autoAdjust="0"/>
    <p:restoredTop sz="94631" autoAdjust="0"/>
  </p:normalViewPr>
  <p:slideViewPr>
    <p:cSldViewPr snapToGrid="0">
      <p:cViewPr varScale="1">
        <p:scale>
          <a:sx n="72" d="100"/>
          <a:sy n="72" d="100"/>
        </p:scale>
        <p:origin x="1368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01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1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547A010-AE7E-4B0D-810D-F3377E0011CF}" type="datetime1">
              <a:rPr lang="es-ES" smtClean="0"/>
              <a:t>11/11/2018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E0F111A-19E5-454C-AE3D-408EB1BC015B}" type="datetime1">
              <a:rPr lang="es-ES" noProof="0" smtClean="0"/>
              <a:t>11/11/2018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8177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7274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8586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85357" y="0"/>
            <a:ext cx="1658643" cy="6858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242" y="4346296"/>
            <a:ext cx="5098688" cy="1674470"/>
          </a:xfrm>
        </p:spPr>
        <p:txBody>
          <a:bodyPr rtlCol="0" anchor="b"/>
          <a:lstStyle>
            <a:lvl1pPr algn="r">
              <a:lnSpc>
                <a:spcPts val="6000"/>
              </a:lnSpc>
              <a:defRPr sz="6000" b="1" cap="all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 dirty="0"/>
              <a:t>TÍTULO DE LA PRESENTACIÓN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3928" y="4650539"/>
            <a:ext cx="2551109" cy="1192038"/>
          </a:xfrm>
          <a:solidFill>
            <a:schemeClr val="tx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10"/>
            <a:ext cx="7485357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1"/>
            <a:ext cx="7485357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87100" y="3418945"/>
            <a:ext cx="6826157" cy="519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l títul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554ED587-2D2F-4D3F-B55B-C64465AB4EC5}"/>
              </a:ext>
            </a:extLst>
          </p:cNvPr>
          <p:cNvSpPr/>
          <p:nvPr userDrawn="1"/>
        </p:nvSpPr>
        <p:spPr>
          <a:xfrm>
            <a:off x="51956" y="66964"/>
            <a:ext cx="7433401" cy="67273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242" y="4346296"/>
            <a:ext cx="5098688" cy="1674470"/>
          </a:xfrm>
        </p:spPr>
        <p:txBody>
          <a:bodyPr rtlCol="0" anchor="b"/>
          <a:lstStyle>
            <a:lvl1pPr algn="r">
              <a:lnSpc>
                <a:spcPts val="6000"/>
              </a:lnSpc>
              <a:defRPr sz="6000" b="1" cap="all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94813" y="4650539"/>
            <a:ext cx="1842158" cy="1192038"/>
          </a:xfrm>
          <a:solidFill>
            <a:schemeClr val="bg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10"/>
            <a:ext cx="7485357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1"/>
            <a:ext cx="7485357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87100" y="3418945"/>
            <a:ext cx="6826157" cy="51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1811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l títul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1">
            <a:extLst>
              <a:ext uri="{FF2B5EF4-FFF2-40B4-BE49-F238E27FC236}">
                <a16:creationId xmlns:a16="http://schemas.microsoft.com/office/drawing/2014/main" id="{069FFAE5-B16E-4571-88F7-52FA5354B1A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55" y="63691"/>
            <a:ext cx="7433401" cy="6727346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242" y="4346296"/>
            <a:ext cx="5098688" cy="1674470"/>
          </a:xfrm>
        </p:spPr>
        <p:txBody>
          <a:bodyPr rtlCol="0" anchor="b"/>
          <a:lstStyle>
            <a:lvl1pPr algn="r">
              <a:lnSpc>
                <a:spcPts val="6000"/>
              </a:lnSpc>
              <a:defRPr sz="6000" b="1" cap="all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94813" y="4650539"/>
            <a:ext cx="1842158" cy="1192038"/>
          </a:xfrm>
          <a:solidFill>
            <a:schemeClr val="bg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10"/>
            <a:ext cx="7485357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1"/>
            <a:ext cx="7485357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87100" y="3418945"/>
            <a:ext cx="6826157" cy="51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9473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de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1">
            <a:extLst>
              <a:ext uri="{FF2B5EF4-FFF2-40B4-BE49-F238E27FC236}">
                <a16:creationId xmlns:a16="http://schemas.microsoft.com/office/drawing/2014/main" id="{1599E2D7-24B3-4D66-9AFB-83C1AEC4DBB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485357" y="0"/>
            <a:ext cx="1658643" cy="6192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3815" y="1807950"/>
            <a:ext cx="3888685" cy="432000"/>
          </a:xfrm>
        </p:spPr>
        <p:txBody>
          <a:bodyPr rtlCol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33665" y="2383950"/>
            <a:ext cx="3888685" cy="360000"/>
          </a:xfrm>
        </p:spPr>
        <p:txBody>
          <a:bodyPr rtlCol="0"/>
          <a:lstStyle>
            <a:lvl1pPr marL="0" indent="0" algn="r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333750" y="2908300"/>
            <a:ext cx="3888600" cy="3283700"/>
          </a:xfrm>
          <a:solidFill>
            <a:schemeClr val="bg1"/>
          </a:solidFill>
        </p:spPr>
        <p:txBody>
          <a:bodyPr lIns="180000" tIns="252000" rIns="252000" rtlCol="0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de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867545" y="1343907"/>
            <a:ext cx="2802600" cy="3933645"/>
          </a:xfrm>
          <a:solidFill>
            <a:schemeClr val="bg1"/>
          </a:solidFill>
        </p:spPr>
        <p:txBody>
          <a:bodyPr lIns="180000" tIns="180000" rIns="180000"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Marcador de posición de imagen 6">
            <a:extLst>
              <a:ext uri="{FF2B5EF4-FFF2-40B4-BE49-F238E27FC236}">
                <a16:creationId xmlns:a16="http://schemas.microsoft.com/office/drawing/2014/main" id="{492C2A1D-F7BD-46B6-BC01-15D365ACD50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70145" y="1344804"/>
            <a:ext cx="2803145" cy="3933645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7F4F1543-153D-4F77-A4A9-C9BBA1C20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432000"/>
            <a:ext cx="6848325" cy="432000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9FAA210E-391A-499A-89D5-F222045FD1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850" y="1008000"/>
            <a:ext cx="5171925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4719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432000"/>
            <a:ext cx="68985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850" y="1008000"/>
            <a:ext cx="68985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mparación izquierdo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4000" y="1432296"/>
            <a:ext cx="3375000" cy="527076"/>
          </a:xfrm>
          <a:solidFill>
            <a:schemeClr val="tx1"/>
          </a:solidFill>
        </p:spPr>
        <p:txBody>
          <a:bodyPr lIns="180000" tIns="36000" rtlCol="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24000" y="2023668"/>
            <a:ext cx="3375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comparación izquierdo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7350" y="1433106"/>
            <a:ext cx="3375000" cy="525283"/>
          </a:xfrm>
          <a:solidFill>
            <a:schemeClr val="tx1"/>
          </a:solidFill>
        </p:spPr>
        <p:txBody>
          <a:bodyPr lIns="180000" tIns="36000" rtlCol="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8" name="Marcador de posición de texto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350" y="2020360"/>
            <a:ext cx="3375000" cy="4170891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grafí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24400" y="432000"/>
            <a:ext cx="4104085" cy="5759250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906485" y="5096632"/>
            <a:ext cx="1521515" cy="1094618"/>
          </a:xfrm>
        </p:spPr>
        <p:txBody>
          <a:bodyPr rtlCol="0" anchor="b"/>
          <a:lstStyle>
            <a:lvl1pPr marL="0" indent="0" algn="r">
              <a:buNone/>
              <a:defRPr i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Escriba la leyenda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agradecimi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30770" y="2112793"/>
            <a:ext cx="5098688" cy="1674470"/>
          </a:xfrm>
        </p:spPr>
        <p:txBody>
          <a:bodyPr rtlCol="0" anchor="ctr"/>
          <a:lstStyle>
            <a:lvl1pPr algn="ctr">
              <a:lnSpc>
                <a:spcPct val="100000"/>
              </a:lnSpc>
              <a:defRPr sz="6000" b="1" cap="all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Gracias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10"/>
            <a:ext cx="7485357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1"/>
            <a:ext cx="7485357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87100" y="3418945"/>
            <a:ext cx="6826157" cy="519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CA3EFDD3-A9D2-4EB6-BB2A-F6999D9F7E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0771" y="4035728"/>
            <a:ext cx="2497388" cy="382887"/>
          </a:xfrm>
        </p:spPr>
        <p:txBody>
          <a:bodyPr rtlCol="0"/>
          <a:lstStyle>
            <a:lvl1pPr marL="0" indent="0" algn="r">
              <a:buNone/>
              <a:defRPr sz="2400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Nombre completo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261ED1F7-B623-43D9-9BDA-8808C5CFAF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46701" y="4150118"/>
            <a:ext cx="2182757" cy="238016"/>
          </a:xfrm>
        </p:spPr>
        <p:txBody>
          <a:bodyPr rtlCol="0"/>
          <a:lstStyle>
            <a:lvl1pPr marL="0" indent="0" algn="l">
              <a:buNone/>
              <a:defRPr sz="12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Número de teléfono</a:t>
            </a:r>
          </a:p>
        </p:txBody>
      </p:sp>
      <p:sp>
        <p:nvSpPr>
          <p:cNvPr id="13" name="Marcador de texto 7">
            <a:extLst>
              <a:ext uri="{FF2B5EF4-FFF2-40B4-BE49-F238E27FC236}">
                <a16:creationId xmlns:a16="http://schemas.microsoft.com/office/drawing/2014/main" id="{E27366FC-4115-4122-9CE2-5FA9D424AD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46701" y="4540691"/>
            <a:ext cx="2182757" cy="238016"/>
          </a:xfrm>
        </p:spPr>
        <p:txBody>
          <a:bodyPr rtlCol="0"/>
          <a:lstStyle>
            <a:lvl1pPr marL="0" indent="0" algn="l">
              <a:buNone/>
              <a:defRPr sz="12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Identificador de red social o correo electrónico</a:t>
            </a:r>
          </a:p>
        </p:txBody>
      </p:sp>
      <p:sp>
        <p:nvSpPr>
          <p:cNvPr id="14" name="Marcador de texto 8">
            <a:extLst>
              <a:ext uri="{FF2B5EF4-FFF2-40B4-BE49-F238E27FC236}">
                <a16:creationId xmlns:a16="http://schemas.microsoft.com/office/drawing/2014/main" id="{DEB36829-2F8B-4E22-AB6D-4111D18AF8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46701" y="4931263"/>
            <a:ext cx="2182757" cy="238016"/>
          </a:xfrm>
        </p:spPr>
        <p:txBody>
          <a:bodyPr rtlCol="0"/>
          <a:lstStyle>
            <a:lvl1pPr marL="0" indent="0" algn="l">
              <a:buNone/>
              <a:defRPr sz="12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Sitio web de la empresa</a:t>
            </a:r>
          </a:p>
        </p:txBody>
      </p:sp>
    </p:spTree>
    <p:extLst>
      <p:ext uri="{BB962C8B-B14F-4D97-AF65-F5344CB8AC3E}">
        <p14:creationId xmlns:p14="http://schemas.microsoft.com/office/powerpoint/2010/main" val="318901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851" y="1008000"/>
            <a:ext cx="6898587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432000"/>
            <a:ext cx="68985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850" y="1008000"/>
            <a:ext cx="68985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24000" y="1512000"/>
            <a:ext cx="3375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350" y="1511250"/>
            <a:ext cx="3375000" cy="468000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CD4FE60C-ACE5-4516-8CB6-EEDD96DB735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432000"/>
            <a:ext cx="68985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850" y="1008000"/>
            <a:ext cx="68985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0" y="1512000"/>
            <a:ext cx="2187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79675" y="1511477"/>
            <a:ext cx="2187000" cy="4679249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5350" y="1511475"/>
            <a:ext cx="2187000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432000"/>
            <a:ext cx="68985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850" y="1008000"/>
            <a:ext cx="68985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0" y="1512000"/>
            <a:ext cx="1323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3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3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Quin-to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17838" y="1512000"/>
            <a:ext cx="1323000" cy="4679250"/>
          </a:xfrm>
        </p:spPr>
        <p:txBody>
          <a:bodyPr rtlCol="0"/>
          <a:lstStyle>
            <a:lvl5pPr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Quin-to nivel</a:t>
            </a:r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11675" y="1512000"/>
            <a:ext cx="1323000" cy="4679250"/>
          </a:xfrm>
        </p:spPr>
        <p:txBody>
          <a:bodyPr rtlCol="0"/>
          <a:lstStyle>
            <a:lvl5pPr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Quin-to nivel</a:t>
            </a:r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512" y="1507535"/>
            <a:ext cx="1323000" cy="4679250"/>
          </a:xfrm>
        </p:spPr>
        <p:txBody>
          <a:bodyPr rtlCol="0"/>
          <a:lstStyle>
            <a:lvl5pPr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Quin-to nivel</a:t>
            </a:r>
          </a:p>
        </p:txBody>
      </p:sp>
      <p:sp>
        <p:nvSpPr>
          <p:cNvPr id="17" name="Marcador de texto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99350" y="1507535"/>
            <a:ext cx="1323000" cy="4683715"/>
          </a:xfrm>
        </p:spPr>
        <p:txBody>
          <a:bodyPr rtlCol="0"/>
          <a:lstStyle>
            <a:lvl5pPr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Quin-to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A8293F-A5B5-4FCC-BF27-A25B1BAFF24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851" y="1008000"/>
            <a:ext cx="6898587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E801980-CBAE-4A50-886D-54D7BB2E19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310D190-B83D-438A-91BC-470C41B22A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32C8D0EF-1DB6-4ADC-8F31-5AE53BF5EAF4}"/>
              </a:ext>
            </a:extLst>
          </p:cNvPr>
          <p:cNvSpPr/>
          <p:nvPr userDrawn="1"/>
        </p:nvSpPr>
        <p:spPr>
          <a:xfrm>
            <a:off x="51956" y="66964"/>
            <a:ext cx="7433401" cy="6727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F208ED-79A0-4B2C-A5EE-9D27466BCA3F}"/>
              </a:ext>
            </a:extLst>
          </p:cNvPr>
          <p:cNvSpPr/>
          <p:nvPr userDrawn="1"/>
        </p:nvSpPr>
        <p:spPr>
          <a:xfrm>
            <a:off x="8555832" y="6356351"/>
            <a:ext cx="588169" cy="365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6898587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512000"/>
            <a:ext cx="6898587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356351"/>
            <a:ext cx="30861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5626" y="6401750"/>
            <a:ext cx="208814" cy="2743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" name="Cuadro de texto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7222587" y="6346108"/>
            <a:ext cx="1246910" cy="5841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>
              <a:lnSpc>
                <a:spcPts val="1400"/>
              </a:lnSpc>
            </a:pPr>
            <a:r>
              <a:rPr lang="es-ES" sz="1600" b="1" spc="-100" noProof="0">
                <a:solidFill>
                  <a:schemeClr val="tx1">
                    <a:lumMod val="50000"/>
                    <a:lumOff val="50000"/>
                  </a:schemeClr>
                </a:solidFill>
                <a:latin typeface="Corbel" panose="020B0503020204020204" pitchFamily="34" charset="0"/>
              </a:rPr>
              <a:t>FIRST UP</a:t>
            </a:r>
            <a:br>
              <a:rPr lang="es-ES" sz="1600" b="1" spc="-100" baseline="0" noProof="0">
                <a:solidFill>
                  <a:schemeClr val="tx1">
                    <a:lumMod val="50000"/>
                    <a:lumOff val="50000"/>
                  </a:schemeClr>
                </a:solidFill>
                <a:latin typeface="Corbel" panose="020B0503020204020204" pitchFamily="34" charset="0"/>
              </a:rPr>
            </a:br>
            <a:r>
              <a:rPr lang="es-ES" sz="1600" b="1" spc="-100" noProof="0">
                <a:solidFill>
                  <a:schemeClr val="accent1"/>
                </a:solidFill>
                <a:latin typeface="Corbel" panose="020B0503020204020204" pitchFamily="34" charset="0"/>
              </a:rPr>
              <a:t> </a:t>
            </a:r>
            <a:r>
              <a:rPr lang="es-ES" sz="1600" b="1" spc="-100" noProof="0">
                <a:solidFill>
                  <a:schemeClr val="tx1"/>
                </a:solidFill>
                <a:latin typeface="Corbel" panose="020B0503020204020204" pitchFamily="34" charset="0"/>
              </a:rPr>
              <a:t>CONSULTANTS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B322F68-670D-45A0-A54F-7E70BCEAED3F}"/>
              </a:ext>
            </a:extLst>
          </p:cNvPr>
          <p:cNvSpPr/>
          <p:nvPr userDrawn="1"/>
        </p:nvSpPr>
        <p:spPr>
          <a:xfrm>
            <a:off x="0" y="6794310"/>
            <a:ext cx="7485357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69B5F15-353A-4344-8D61-F4E25AA9FB6C}"/>
              </a:ext>
            </a:extLst>
          </p:cNvPr>
          <p:cNvSpPr/>
          <p:nvPr userDrawn="1"/>
        </p:nvSpPr>
        <p:spPr>
          <a:xfrm>
            <a:off x="0" y="1"/>
            <a:ext cx="7485357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FA0C0AA-FCE8-4A7F-928A-54C96BBA9053}"/>
              </a:ext>
            </a:extLst>
          </p:cNvPr>
          <p:cNvSpPr/>
          <p:nvPr userDrawn="1"/>
        </p:nvSpPr>
        <p:spPr>
          <a:xfrm rot="5400000">
            <a:off x="-3387100" y="3418945"/>
            <a:ext cx="6826157" cy="519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5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28862" y="734612"/>
            <a:ext cx="7590199" cy="1849562"/>
          </a:xfrm>
        </p:spPr>
        <p:txBody>
          <a:bodyPr rtlCol="0"/>
          <a:lstStyle/>
          <a:p>
            <a:pPr algn="ctr" rtl="0"/>
            <a:r>
              <a:rPr lang="es-ES" sz="4800" dirty="0" err="1"/>
              <a:t>ConfiguraciÓn</a:t>
            </a:r>
            <a:r>
              <a:rPr lang="es-ES" sz="4800" dirty="0"/>
              <a:t> </a:t>
            </a:r>
            <a:r>
              <a:rPr lang="es-ES" sz="4800" dirty="0" err="1"/>
              <a:t>dhcp</a:t>
            </a:r>
            <a:r>
              <a:rPr lang="es-ES" sz="4800" dirty="0"/>
              <a:t> en </a:t>
            </a:r>
            <a:r>
              <a:rPr lang="es-ES" sz="4800" dirty="0" err="1"/>
              <a:t>windows</a:t>
            </a:r>
            <a:r>
              <a:rPr lang="es-ES" sz="4800" dirty="0"/>
              <a:t> server 2016 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28870" y="4796314"/>
            <a:ext cx="8534400" cy="1192038"/>
          </a:xfrm>
        </p:spPr>
        <p:txBody>
          <a:bodyPr rtlCol="0"/>
          <a:lstStyle/>
          <a:p>
            <a:pPr algn="ctr" rtl="0"/>
            <a:r>
              <a:rPr lang="es-ES" dirty="0"/>
              <a:t>Sara Abdel </a:t>
            </a:r>
            <a:r>
              <a:rPr lang="es-ES" dirty="0" err="1"/>
              <a:t>Sabour</a:t>
            </a:r>
            <a:r>
              <a:rPr lang="es-ES" dirty="0"/>
              <a:t> García 2FPB</a:t>
            </a:r>
          </a:p>
        </p:txBody>
      </p:sp>
      <p:pic>
        <p:nvPicPr>
          <p:cNvPr id="18" name="Marcador de posición de imagen 17">
            <a:extLst>
              <a:ext uri="{FF2B5EF4-FFF2-40B4-BE49-F238E27FC236}">
                <a16:creationId xmlns:a16="http://schemas.microsoft.com/office/drawing/2014/main" id="{2411CA0B-8E20-7C48-9074-8D57423981D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08" r="379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9996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8789" y="675353"/>
            <a:ext cx="7361223" cy="680140"/>
          </a:xfrm>
        </p:spPr>
        <p:txBody>
          <a:bodyPr rtlCol="0"/>
          <a:lstStyle/>
          <a:p>
            <a:pPr algn="ctr" rtl="0"/>
            <a:r>
              <a:rPr lang="es-ES" sz="4800" dirty="0"/>
              <a:t> antes de empezar 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7966" y="5446644"/>
            <a:ext cx="2149374" cy="1551126"/>
          </a:xfrm>
        </p:spPr>
        <p:txBody>
          <a:bodyPr rtlCol="0"/>
          <a:lstStyle/>
          <a:p>
            <a:pPr rtl="0"/>
            <a:r>
              <a:rPr lang="es-ES" dirty="0"/>
              <a:t>Antes de la instalación del servidor DHCP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740348" y="6401750"/>
            <a:ext cx="461572" cy="303850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2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B01E2FB-AB66-4264-8614-3AD8267A7D0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2279" y="1868558"/>
            <a:ext cx="7235687" cy="417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79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8789" y="675353"/>
            <a:ext cx="7361223" cy="680140"/>
          </a:xfrm>
        </p:spPr>
        <p:txBody>
          <a:bodyPr rtlCol="0"/>
          <a:lstStyle/>
          <a:p>
            <a:pPr algn="ctr" rtl="0"/>
            <a:r>
              <a:rPr lang="es-ES" sz="4800" dirty="0"/>
              <a:t> PASO 1 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3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D23CE92-A99E-4D6A-8DFD-0DA317A4B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8557"/>
            <a:ext cx="7460974" cy="4533193"/>
          </a:xfrm>
          <a:prstGeom prst="rect">
            <a:avLst/>
          </a:prstGeom>
        </p:spPr>
      </p:pic>
      <p:sp>
        <p:nvSpPr>
          <p:cNvPr id="7" name="Subtítulo 6">
            <a:extLst>
              <a:ext uri="{FF2B5EF4-FFF2-40B4-BE49-F238E27FC236}">
                <a16:creationId xmlns:a16="http://schemas.microsoft.com/office/drawing/2014/main" id="{8ACDD85C-27BD-44EE-9656-7627E5746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521" y="4479235"/>
            <a:ext cx="1786479" cy="2378765"/>
          </a:xfrm>
        </p:spPr>
        <p:txBody>
          <a:bodyPr/>
          <a:lstStyle/>
          <a:p>
            <a:r>
              <a:rPr lang="es-ES" dirty="0"/>
              <a:t>Vamos a administrar y damos en agregar roles y características </a:t>
            </a:r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49729-B705-4095-A1BB-8E092C83D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0802" y="175900"/>
            <a:ext cx="7293254" cy="1069447"/>
          </a:xfrm>
        </p:spPr>
        <p:txBody>
          <a:bodyPr/>
          <a:lstStyle/>
          <a:p>
            <a:pPr algn="ctr"/>
            <a:r>
              <a:rPr lang="es-ES" dirty="0"/>
              <a:t>Paso 2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5E21C2-8D05-41F0-831A-742DBA9EA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521" y="5335190"/>
            <a:ext cx="1945505" cy="1662579"/>
          </a:xfrm>
        </p:spPr>
        <p:txBody>
          <a:bodyPr/>
          <a:lstStyle/>
          <a:p>
            <a:r>
              <a:rPr lang="es-ES" dirty="0"/>
              <a:t>Damos en siguiente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AA0108-74DC-4E03-A2C8-53AA79519D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4</a:t>
            </a:fld>
            <a:endParaRPr lang="es-ES" noProof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62286C8-C78D-418A-9328-2A797ADD6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83" y="1522810"/>
            <a:ext cx="7176438" cy="475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24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CB3AE-D879-4376-B126-1D85269BB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5" y="507204"/>
            <a:ext cx="6798250" cy="1016438"/>
          </a:xfrm>
        </p:spPr>
        <p:txBody>
          <a:bodyPr/>
          <a:lstStyle/>
          <a:p>
            <a:pPr algn="ctr"/>
            <a:r>
              <a:rPr lang="es-ES" dirty="0"/>
              <a:t>Paso 3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500C67-727D-434C-B7DB-F18FBA3FD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521" y="4757530"/>
            <a:ext cx="1786479" cy="2193235"/>
          </a:xfrm>
        </p:spPr>
        <p:txBody>
          <a:bodyPr/>
          <a:lstStyle/>
          <a:p>
            <a:r>
              <a:rPr lang="es-ES" dirty="0"/>
              <a:t>No cambiamos esta opción para lo que vamos a instalar y damos en siguiente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141EBC-F1E5-4CC2-9A16-4EDC6F7586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5</a:t>
            </a:fld>
            <a:endParaRPr lang="es-ES" noProof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934CDCC-8296-4212-BC77-10F70AD3B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35" y="1549469"/>
            <a:ext cx="6994131" cy="498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994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48E07-23F0-4921-993C-E99D24F9E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3584" y="463826"/>
            <a:ext cx="6798250" cy="839166"/>
          </a:xfrm>
        </p:spPr>
        <p:txBody>
          <a:bodyPr/>
          <a:lstStyle/>
          <a:p>
            <a:pPr algn="ctr"/>
            <a:r>
              <a:rPr lang="es-ES" dirty="0"/>
              <a:t>Paso 4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1A2047-8090-4691-A282-833090A15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1928" y="4174435"/>
            <a:ext cx="1973619" cy="2823334"/>
          </a:xfrm>
        </p:spPr>
        <p:txBody>
          <a:bodyPr/>
          <a:lstStyle/>
          <a:p>
            <a:r>
              <a:rPr lang="es-ES" dirty="0"/>
              <a:t>Esta por predeterminado y del cual no cambiamos , siguiente ..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F2B798-1980-4004-8DB1-8705B0E897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6</a:t>
            </a:fld>
            <a:endParaRPr lang="es-ES" noProof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26D14A8-28EA-4CAE-BE36-9F0228BB6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1" y="1379436"/>
            <a:ext cx="7459116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94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5EE24-F05D-4971-819C-184B562A5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55" y="580927"/>
            <a:ext cx="6798250" cy="868992"/>
          </a:xfrm>
        </p:spPr>
        <p:txBody>
          <a:bodyPr/>
          <a:lstStyle/>
          <a:p>
            <a:pPr algn="ctr"/>
            <a:r>
              <a:rPr lang="es-ES" dirty="0"/>
              <a:t>Paso 5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87E232-3B67-4B37-BB1D-DAD7EA50A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2177" y="4446553"/>
            <a:ext cx="1608069" cy="2484784"/>
          </a:xfrm>
        </p:spPr>
        <p:txBody>
          <a:bodyPr/>
          <a:lstStyle/>
          <a:p>
            <a:r>
              <a:rPr lang="es-ES" dirty="0"/>
              <a:t>Damos en el servidor DHCP y ahora en la siguiente diapositiva se ve lo que contiene dentro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1274B9-1784-4C39-B01F-A1DFA38D06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7</a:t>
            </a:fld>
            <a:endParaRPr lang="es-ES" noProof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6A7D93A-CDE3-46E4-A526-6F9C5F3D3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6" y="1523256"/>
            <a:ext cx="7497221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953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0DEEF-BD99-4ADE-BB7F-9465FF119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963" y="600805"/>
            <a:ext cx="6798250" cy="829235"/>
          </a:xfrm>
        </p:spPr>
        <p:txBody>
          <a:bodyPr/>
          <a:lstStyle/>
          <a:p>
            <a:pPr algn="ctr"/>
            <a:r>
              <a:rPr lang="es-ES" dirty="0"/>
              <a:t>Paso 6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A35132-B609-4E4B-B237-EE87D8199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4957" y="5092548"/>
            <a:ext cx="1939375" cy="1795670"/>
          </a:xfrm>
        </p:spPr>
        <p:txBody>
          <a:bodyPr/>
          <a:lstStyle/>
          <a:p>
            <a:r>
              <a:rPr lang="es-ES" dirty="0"/>
              <a:t>Damos en agregar características y pondrá un tic en el servidor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C1664B-1C9A-4297-9B3A-059A4FD1C5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8</a:t>
            </a:fld>
            <a:endParaRPr lang="es-ES" noProof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00A8A6D-491E-4C6F-BC45-A86437557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63" y="1601105"/>
            <a:ext cx="7226994" cy="511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05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691B4-F0E5-49F7-A508-53AE5DBB8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99" y="463826"/>
            <a:ext cx="6798250" cy="865670"/>
          </a:xfrm>
        </p:spPr>
        <p:txBody>
          <a:bodyPr/>
          <a:lstStyle/>
          <a:p>
            <a:pPr algn="ctr"/>
            <a:r>
              <a:rPr lang="es-ES" dirty="0"/>
              <a:t>Paso 7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A099A9-AA53-4037-874C-CD2AFA3DE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1790" y="5665962"/>
            <a:ext cx="2456210" cy="1192038"/>
          </a:xfrm>
        </p:spPr>
        <p:txBody>
          <a:bodyPr/>
          <a:lstStyle/>
          <a:p>
            <a:r>
              <a:rPr lang="es-ES" dirty="0"/>
              <a:t>Como decía en anterior diapositiva 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33C9AC-9A9A-488C-BC8D-4275920354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9</a:t>
            </a:fld>
            <a:endParaRPr lang="es-ES" noProof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3D2D5B-FE23-4455-9019-35F255F26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0" y="1329496"/>
            <a:ext cx="7487695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6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29E84-E4AD-4749-B3A5-5BDB579D0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19" y="627310"/>
            <a:ext cx="6798250" cy="776226"/>
          </a:xfrm>
        </p:spPr>
        <p:txBody>
          <a:bodyPr/>
          <a:lstStyle/>
          <a:p>
            <a:pPr algn="ctr"/>
            <a:r>
              <a:rPr lang="es-ES" dirty="0"/>
              <a:t>PASO 8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825151-1E8F-449B-83D2-3EA4B5CA0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1790" y="5300870"/>
            <a:ext cx="2456210" cy="1557130"/>
          </a:xfrm>
        </p:spPr>
        <p:txBody>
          <a:bodyPr/>
          <a:lstStyle/>
          <a:p>
            <a:r>
              <a:rPr lang="es-ES" dirty="0"/>
              <a:t>Aquí no es necesario cambiar o poner nueva característica , damos en siguiente 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96EBB3-22A6-402B-B46A-0E2DD9C799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10</a:t>
            </a:fld>
            <a:endParaRPr lang="es-ES" noProof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08AF6ED-5AF8-4D91-ADE7-B82A68711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" y="1331804"/>
            <a:ext cx="7516274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10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D8790-55C5-44C8-8F19-E6C87FB97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99" y="742122"/>
            <a:ext cx="6798250" cy="865670"/>
          </a:xfrm>
        </p:spPr>
        <p:txBody>
          <a:bodyPr/>
          <a:lstStyle/>
          <a:p>
            <a:pPr algn="ctr"/>
            <a:r>
              <a:rPr lang="es-ES" dirty="0"/>
              <a:t>Paso 9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DFBECC-F662-4023-9CD2-5A55A3EE9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2191" y="3737112"/>
            <a:ext cx="1671809" cy="3120888"/>
          </a:xfrm>
        </p:spPr>
        <p:txBody>
          <a:bodyPr/>
          <a:lstStyle/>
          <a:p>
            <a:r>
              <a:rPr lang="es-ES" dirty="0"/>
              <a:t>Nos informa de lo que es el servidor DHCP y damos en siguiente de nuevo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E2AEB2-A764-4319-80BD-DD827E06AE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11</a:t>
            </a:fld>
            <a:endParaRPr lang="es-ES" noProof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41D589-A74F-40D5-A5B1-96C58EE63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681" y="1523256"/>
            <a:ext cx="7516274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824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94EC7-44C7-4AD5-8664-5933C4AFA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7542" y="450574"/>
            <a:ext cx="6798250" cy="865670"/>
          </a:xfrm>
        </p:spPr>
        <p:txBody>
          <a:bodyPr/>
          <a:lstStyle/>
          <a:p>
            <a:pPr algn="ctr"/>
            <a:r>
              <a:rPr lang="es-ES" dirty="0"/>
              <a:t>Paso 10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F2F495-2CC0-4C66-B30C-6DC0F340B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30153" y="4333461"/>
            <a:ext cx="1713847" cy="2776330"/>
          </a:xfrm>
        </p:spPr>
        <p:txBody>
          <a:bodyPr/>
          <a:lstStyle/>
          <a:p>
            <a:r>
              <a:rPr lang="es-ES" dirty="0"/>
              <a:t>Damos finalmente en instalar y comenzara el proceso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B431D-1F96-4247-BFCF-0D1E06B227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12</a:t>
            </a:fld>
            <a:endParaRPr lang="es-ES" noProof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56E5E4-4171-4645-9DFE-CDD7D5D7A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2" y="1246902"/>
            <a:ext cx="7487695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33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07F17-E3E5-4DEA-A4C3-5B866AEC2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4" y="755373"/>
            <a:ext cx="6798250" cy="802731"/>
          </a:xfrm>
        </p:spPr>
        <p:txBody>
          <a:bodyPr/>
          <a:lstStyle/>
          <a:p>
            <a:pPr algn="ctr"/>
            <a:r>
              <a:rPr lang="es-ES" dirty="0"/>
              <a:t>Paso 11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48B104-A1A9-4B9E-B612-187FC7D5C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96173" y="4121426"/>
            <a:ext cx="1647827" cy="2736574"/>
          </a:xfrm>
        </p:spPr>
        <p:txBody>
          <a:bodyPr/>
          <a:lstStyle/>
          <a:p>
            <a:r>
              <a:rPr lang="es-ES" dirty="0"/>
              <a:t>Comienza y estará </a:t>
            </a:r>
            <a:r>
              <a:rPr lang="es-ES" dirty="0" err="1"/>
              <a:t>asi</a:t>
            </a:r>
            <a:r>
              <a:rPr lang="es-ES" dirty="0"/>
              <a:t> por unos minutos instalando el servidor DHCP.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96DA13-4F68-460C-B8DB-029B3F3D69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13</a:t>
            </a:fld>
            <a:endParaRPr lang="es-ES" noProof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43FBB29-5DC5-4660-81D0-77A9F9B37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88" y="1929193"/>
            <a:ext cx="6273463" cy="445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43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0CA1B-23C4-4FFE-BC33-F410E1D34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703" y="575962"/>
            <a:ext cx="6798250" cy="878923"/>
          </a:xfrm>
        </p:spPr>
        <p:txBody>
          <a:bodyPr/>
          <a:lstStyle/>
          <a:p>
            <a:pPr algn="ctr"/>
            <a:r>
              <a:rPr lang="es-ES" dirty="0"/>
              <a:t>Paso 12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B66B07-47DE-4A26-B423-ACA0693ED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2138" y="3875803"/>
            <a:ext cx="1609546" cy="3054626"/>
          </a:xfrm>
        </p:spPr>
        <p:txBody>
          <a:bodyPr/>
          <a:lstStyle/>
          <a:p>
            <a:r>
              <a:rPr lang="es-ES" dirty="0"/>
              <a:t>Aquí estaría el resultado de nuestra instalación , una vez que esta esto , se reiniciara   y realizara los cambios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A532F4-14A6-4803-8E51-99BD522C23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14</a:t>
            </a:fld>
            <a:endParaRPr lang="es-ES" noProof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D069E68-9E11-4CCD-9A12-7C2717399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2525" y="1454884"/>
            <a:ext cx="7874663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90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3E767-250C-4501-A9A0-B7DBAC668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574" y="84092"/>
            <a:ext cx="6745356" cy="1609166"/>
          </a:xfrm>
        </p:spPr>
        <p:txBody>
          <a:bodyPr/>
          <a:lstStyle/>
          <a:p>
            <a:pPr algn="ctr"/>
            <a:r>
              <a:rPr lang="es-ES" sz="4000" b="0" dirty="0"/>
              <a:t>¿ CÓMO COMPROBAMOS EL DHCP ASIGNADO?</a:t>
            </a:r>
            <a:endParaRPr lang="es-ES" sz="5400" b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3B26C3-19C2-4DCE-9A0F-5640BB0A6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3983" y="4333461"/>
            <a:ext cx="1630017" cy="2524539"/>
          </a:xfrm>
        </p:spPr>
        <p:txBody>
          <a:bodyPr/>
          <a:lstStyle/>
          <a:p>
            <a:r>
              <a:rPr lang="es-ES" dirty="0"/>
              <a:t>Iremos al </a:t>
            </a:r>
            <a:r>
              <a:rPr lang="es-ES" dirty="0" err="1"/>
              <a:t>cmd</a:t>
            </a:r>
            <a:r>
              <a:rPr lang="es-ES" dirty="0"/>
              <a:t> y metemos el comando </a:t>
            </a:r>
            <a:r>
              <a:rPr lang="es-ES" dirty="0" err="1"/>
              <a:t>ipconfig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201B68-D700-4DA6-9D0C-8E0EA77CC0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830737" y="6441507"/>
            <a:ext cx="278418" cy="274324"/>
          </a:xfrm>
        </p:spPr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15</a:t>
            </a:fld>
            <a:endParaRPr lang="es-ES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5B2670-BF99-4FC9-BC6F-CE9A7AA02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9" y="2077571"/>
            <a:ext cx="7479205" cy="463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7780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Custom 154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753_TF16411245.potx" id="{E8952088-D048-4073-95D4-0558EE9F43E6}" vid="{C7DF3C0D-9A30-4C51-86AE-01ED9D78E13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8A784AD-7888-482C-A72A-80D3063962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B61CFE-D4DA-4753-A9A5-D482B9609A35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http://purl.org/dc/dcmitype/"/>
    <ds:schemaRef ds:uri="fb0879af-3eba-417a-a55a-ffe6dcd6ca77"/>
    <ds:schemaRef ds:uri="6dc4bcd6-49db-4c07-9060-8acfc67cef9f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minimalista con colores</Template>
  <TotalTime>0</TotalTime>
  <Words>219</Words>
  <Application>Microsoft Office PowerPoint</Application>
  <PresentationFormat>Presentación en pantalla (4:3)</PresentationFormat>
  <Paragraphs>47</Paragraphs>
  <Slides>15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Corbel</vt:lpstr>
      <vt:lpstr>Times New Roman</vt:lpstr>
      <vt:lpstr>Tema de Office</vt:lpstr>
      <vt:lpstr>ConfiguraciÓn dhcp en windows server 2016 </vt:lpstr>
      <vt:lpstr> antes de empezar </vt:lpstr>
      <vt:lpstr> PASO 1 </vt:lpstr>
      <vt:lpstr>Paso 2 </vt:lpstr>
      <vt:lpstr>Paso 3 </vt:lpstr>
      <vt:lpstr>Paso 4 </vt:lpstr>
      <vt:lpstr>Paso 5 </vt:lpstr>
      <vt:lpstr>Paso 6 </vt:lpstr>
      <vt:lpstr>Paso 7 </vt:lpstr>
      <vt:lpstr>PASO 8 </vt:lpstr>
      <vt:lpstr>Paso 9 </vt:lpstr>
      <vt:lpstr>Paso 10 </vt:lpstr>
      <vt:lpstr>Paso 11</vt:lpstr>
      <vt:lpstr>Paso 12 </vt:lpstr>
      <vt:lpstr>¿ CÓMO COMPROBAMOS EL DHCP ASIGNADO?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2018-11-11T20:11:30Z</dcterms:created>
  <dcterms:modified xsi:type="dcterms:W3CDTF">2018-11-11T21:15:56Z</dcterms:modified>
</cp:coreProperties>
</file>